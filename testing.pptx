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7"/>
  </p:notesMasterIdLst>
  <p:handoutMasterIdLst>
    <p:handoutMasterId r:id="rId48"/>
  </p:handoutMasterIdLst>
  <p:sldIdLst>
    <p:sldId id="256" r:id="rId5"/>
    <p:sldId id="1902"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654" r:id="rId46"/>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64" autoAdjust="0"/>
    <p:restoredTop sz="95840" autoAdjust="0"/>
  </p:normalViewPr>
  <p:slideViewPr>
    <p:cSldViewPr snapToGrid="0" showGuides="1">
      <p:cViewPr varScale="1">
        <p:scale>
          <a:sx n="107" d="100"/>
          <a:sy n="107" d="100"/>
        </p:scale>
        <p:origin x="1104" y="176"/>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1/16/26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1/16/26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8" name="TextBox 7">
            <a:extLst>
              <a:ext uri="{FF2B5EF4-FFF2-40B4-BE49-F238E27FC236}">
                <a16:creationId xmlns:a16="http://schemas.microsoft.com/office/drawing/2014/main" id="{53C3FF3F-4AB0-2C8B-7837-C731617DC769}"/>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2" name="TextBox 11">
            <a:extLst>
              <a:ext uri="{FF2B5EF4-FFF2-40B4-BE49-F238E27FC236}">
                <a16:creationId xmlns:a16="http://schemas.microsoft.com/office/drawing/2014/main" id="{DC8D25A3-F9C6-0CD9-C1B7-C27F8F546D0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FE581CC6-EA68-0C67-5342-1B00A344C8A1}"/>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6" name="Group 15">
            <a:extLst>
              <a:ext uri="{FF2B5EF4-FFF2-40B4-BE49-F238E27FC236}">
                <a16:creationId xmlns:a16="http://schemas.microsoft.com/office/drawing/2014/main" id="{75E57D3B-6F25-8D6B-A8DB-5E9B1EE1927F}"/>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A61EDECA-2804-0524-7ACB-48C4EA33C48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0" name="Picture 29" descr="A picture containing shape&#10;&#10;Description automatically generated">
              <a:extLst>
                <a:ext uri="{FF2B5EF4-FFF2-40B4-BE49-F238E27FC236}">
                  <a16:creationId xmlns:a16="http://schemas.microsoft.com/office/drawing/2014/main" id="{66AE03C2-33FE-A8F5-A118-5048023A3E3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0025E467-1527-85DC-5D53-7B9CAAD0EBC4}"/>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F67478F2-F6E0-FAE6-728A-CECB29ACCA78}"/>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0F29691F-D9FA-C324-0577-50339B25D288}"/>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229182D7-5770-BD83-3EA7-4B1A098F56DA}"/>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A1E2415E-25E6-DDDE-67B6-5B8A276CE256}"/>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38BB4141-22C0-DFED-1EE6-D2C42FB3F660}"/>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9991252F-15F9-B09F-2013-9D6355895A57}"/>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B0EF147-4420-AF30-8B24-B4D8563B38B8}"/>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A33A3E60-6EB3-F25D-8AB6-116C24235E53}"/>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FB90BC90-0768-E282-EE64-0CFBC692ED2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5C866104-7321-3141-F026-40362F960D16}"/>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B6FCB5BD-640C-E9C5-042C-D7068A4D5FD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C4099480-03E0-3CDA-5C9C-ABED50F91ADA}"/>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8F1048C6-3C2F-EABA-42F6-88C36B51B111}"/>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B3FC01D0-A850-215F-BC55-76C28FA332EB}"/>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96944F39-BD80-435A-6D16-DAD6F11B5187}"/>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90534E8A-F0EB-79D7-F273-F82B83CCB97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A788B468-2628-ADE4-8ECA-90882AB37389}"/>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7DA0CE05-3F8D-4E41-84AE-0FA77A26872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912D949F-9A97-EEC0-F22D-56E182993C1F}"/>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tinyurl.com/yfxtf89t"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6" Type="http://schemas.openxmlformats.org/officeDocument/2006/relationships/hyperlink" Target="https://tinyurl.com/yfxtf89t" TargetMode="Externa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295508"/>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Better Software for Reproducible Science tutorial @ SCA/HPC-Asia 2026 Conferenc</a:t>
            </a:r>
            <a:r>
              <a:rPr lang="en-US" dirty="0">
                <a:solidFill>
                  <a:srgbClr val="111111"/>
                </a:solidFill>
              </a:rPr>
              <a:t>e, Osaka, Japan</a:t>
            </a:r>
            <a:endParaRPr lang="en-US" sz="2000" b="0" i="0" dirty="0">
              <a:solidFill>
                <a:srgbClr val="111111"/>
              </a:solidFill>
              <a:effectLst/>
              <a:latin typeface="+mn-lt"/>
            </a:endParaRP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4082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prompts at -- </a:t>
            </a:r>
            <a:r>
              <a:rPr lang="en-US" sz="2000" dirty="0">
                <a:hlinkClick r:id="rId2"/>
              </a:rPr>
              <a:t>https://tinyurl.com/yfxtf89t</a:t>
            </a:r>
            <a:endParaRPr lang="en-US" sz="2000" dirty="0"/>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3359054"/>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
        <p:nvSpPr>
          <p:cNvPr id="4" name="Rectangle 3">
            <a:extLst>
              <a:ext uri="{FF2B5EF4-FFF2-40B4-BE49-F238E27FC236}">
                <a16:creationId xmlns:a16="http://schemas.microsoft.com/office/drawing/2014/main" id="{55D86173-606B-915D-395A-3F0DFB2B87A7}"/>
              </a:ext>
            </a:extLst>
          </p:cNvPr>
          <p:cNvSpPr/>
          <p:nvPr/>
        </p:nvSpPr>
        <p:spPr>
          <a:xfrm>
            <a:off x="474073" y="4655260"/>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hlinkClick r:id="rId6"/>
              </a:rPr>
              <a:t>https://tinyurl.com/yfxtf89t</a:t>
            </a:r>
            <a:endParaRPr lang="en-US" sz="20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3087</TotalTime>
  <Words>4611</Words>
  <Application>Microsoft Macintosh PowerPoint</Application>
  <PresentationFormat>Custom</PresentationFormat>
  <Paragraphs>485</Paragraphs>
  <Slides>42</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Dubey, Anshu</cp:lastModifiedBy>
  <cp:revision>421</cp:revision>
  <cp:lastPrinted>2017-11-02T18:35:01Z</cp:lastPrinted>
  <dcterms:created xsi:type="dcterms:W3CDTF">2018-11-06T17:28:56Z</dcterms:created>
  <dcterms:modified xsi:type="dcterms:W3CDTF">2026-01-16T15:35:05Z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