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6"/>
  </p:notesMasterIdLst>
  <p:handoutMasterIdLst>
    <p:handoutMasterId r:id="rId7"/>
  </p:handoutMasterIdLst>
  <p:sldIdLst>
    <p:sldId id="320" r:id="rId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89" autoAdjust="0"/>
    <p:restoredTop sz="96571" autoAdjust="0"/>
  </p:normalViewPr>
  <p:slideViewPr>
    <p:cSldViewPr snapToGrid="0" showGuides="1">
      <p:cViewPr varScale="1">
        <p:scale>
          <a:sx n="107" d="100"/>
          <a:sy n="107" d="100"/>
        </p:scale>
        <p:origin x="1194"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hyperlink" Target="https://doi.org/10.6084/m9.figshare.3039418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a:t>) programs</a:t>
            </a:r>
            <a:r>
              <a:rPr lang="en-US" sz="1400" dirty="0"/>
              <a:t>.</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2605</TotalTime>
  <Words>403</Words>
  <Application>Microsoft Office PowerPoint</Application>
  <PresentationFormat>Custom</PresentationFormat>
  <Paragraphs>13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Black</vt:lpstr>
      <vt:lpstr>Calibri</vt:lpstr>
      <vt:lpstr>Presentations (Wide Screen)</vt:lpstr>
      <vt:lpstr>License, Citation and Acknowledgements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241</cp:revision>
  <cp:lastPrinted>2017-11-02T18:35:01Z</cp:lastPrinted>
  <dcterms:created xsi:type="dcterms:W3CDTF">2018-11-06T17:28:56Z</dcterms:created>
  <dcterms:modified xsi:type="dcterms:W3CDTF">2025-10-25T20:12:41Z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