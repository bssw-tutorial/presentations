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6"/>
  </p:notesMasterIdLst>
  <p:handoutMasterIdLst>
    <p:handoutMasterId r:id="rId7"/>
  </p:handoutMasterIdLst>
  <p:sldIdLst>
    <p:sldId id="320" r:id="rId5"/>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89" autoAdjust="0"/>
    <p:restoredTop sz="96571" autoAdjust="0"/>
  </p:normalViewPr>
  <p:slideViewPr>
    <p:cSldViewPr snapToGrid="0" showGuides="1">
      <p:cViewPr varScale="1">
        <p:scale>
          <a:sx n="107" d="100"/>
          <a:sy n="107" d="100"/>
        </p:scale>
        <p:origin x="1194"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10/19/2025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10/19/2025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3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1810" y="1848659"/>
            <a:ext cx="2108499" cy="914400"/>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74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3920" y="1848659"/>
            <a:ext cx="2108499" cy="914400"/>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15" name="Picture 14">
            <a:extLst>
              <a:ext uri="{FF2B5EF4-FFF2-40B4-BE49-F238E27FC236}">
                <a16:creationId xmlns:a16="http://schemas.microsoft.com/office/drawing/2014/main" id="{C554CDC7-44CF-4751-9869-0265C8E0184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33211" y="3189686"/>
            <a:ext cx="2109916" cy="905256"/>
          </a:xfrm>
          <a:prstGeom prst="rect">
            <a:avLst/>
          </a:prstGeom>
        </p:spPr>
      </p:pic>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hyperlink" Target="https://doi.org/10.6084/m9.figshare.3039418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411282"/>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868482"/>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David E. Bernholdt and Anshu Dubey, Better Software for Reproducible Science tutorial, in The International Conference for High-Performance Computing, Networking, Storage, and Analysis (SC25), St. Louis, Missouri, 2025. DOI: </a:t>
            </a:r>
            <a:r>
              <a:rPr lang="en-US" sz="1600" dirty="0">
                <a:hlinkClick r:id="rId4"/>
              </a:rPr>
              <a:t>10.6084/m9.figshare.30394186</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2.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2602</TotalTime>
  <Words>394</Words>
  <Application>Microsoft Office PowerPoint</Application>
  <PresentationFormat>Custom</PresentationFormat>
  <Paragraphs>13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Black</vt:lpstr>
      <vt:lpstr>Calibri</vt:lpstr>
      <vt:lpstr>Presentations (Wide Screen)</vt:lpstr>
      <vt:lpstr>License, Citation and Acknowledgements</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239</cp:revision>
  <cp:lastPrinted>2017-11-02T18:35:01Z</cp:lastPrinted>
  <dcterms:created xsi:type="dcterms:W3CDTF">2018-11-06T17:28:56Z</dcterms:created>
  <dcterms:modified xsi:type="dcterms:W3CDTF">2025-10-19T15:54:38Z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