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5685"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95" autoAdjust="0"/>
    <p:restoredTop sz="96571" autoAdjust="0"/>
  </p:normalViewPr>
  <p:slideViewPr>
    <p:cSldViewPr snapToGrid="0" showGuides="1">
      <p:cViewPr varScale="1">
        <p:scale>
          <a:sx n="123" d="100"/>
          <a:sy n="123" d="100"/>
        </p:scale>
        <p:origin x="336" y="114"/>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8/6/2025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8/6/2025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1BC79204-B1FE-B3CE-9EA4-08178150AF2C}"/>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540AE08A-1688-EA24-31E1-990C11A652D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17DDBF2-5B08-51D6-AF32-A3234C4A1BF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6B00848E-3F23-BA04-676F-CE00B7BEAD3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C6373EB4-0467-E2CD-A904-29721BF6E12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74E24885-3320-7DE6-F3F3-EF61A847744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578CBBCD-B85F-C77F-73CC-29DBBBEFD434}"/>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A695C840-7733-06CC-6313-CDA74D8B995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E9A196A8-BB8A-3FB8-7BB2-5D16AEE27D5D}"/>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15945D9-6363-9514-7C4E-6E75FC9D15C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2956306F-B98B-1D3E-A678-C01A178BDF63}"/>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C239939-96E2-AD74-8BAE-BA514F5CF767}"/>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DDFE6A-0805-7B54-8CF2-129C05C534B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8/6/2025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doi.org/10.1109/MCSE.2021.3069343" TargetMode="External"/><Relationship Id="rId7" Type="http://schemas.openxmlformats.org/officeDocument/2006/relationships/hyperlink" Target="https://doi.org/10.1016/j.future.2023.07.014" TargetMode="External"/><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hyperlink" Target="https://doi.org/10.1007/978-3-031-06156-1_13" TargetMode="External"/><Relationship Id="rId5" Type="http://schemas.openxmlformats.org/officeDocument/2006/relationships/hyperlink" Target="https://arxiv.org/abs/2401.03378" TargetMode="External"/><Relationship Id="rId4" Type="http://schemas.openxmlformats.org/officeDocument/2006/relationships/hyperlink" Target="https://doi.org/10.1016/j.softx.2022.101168"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769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85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 DOI:</a:t>
            </a:r>
            <a:r>
              <a:rPr lang="en-US" u="sng" dirty="0">
                <a:highlight>
                  <a:srgbClr val="FFFFFF"/>
                </a:highlight>
                <a:hlinkClick r:id="rId3"/>
              </a:rPr>
              <a:t>10.1109/MCSE.2021.3069343</a:t>
            </a:r>
            <a:endParaRPr lang="en-US" dirty="0">
              <a:highlight>
                <a:srgbClr val="FFFFFF"/>
              </a:highlight>
            </a:endParaRPr>
          </a:p>
          <a:p>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4"/>
              </a:rPr>
              <a:t>10.1016/j.softx.2022.101168</a:t>
            </a:r>
            <a:endParaRPr lang="en-US" b="0" i="0" u="none" strike="noStrike" dirty="0">
              <a:solidFill>
                <a:srgbClr val="222222"/>
              </a:solidFill>
              <a:effectLst/>
              <a:highlight>
                <a:srgbClr val="FFFFFF"/>
              </a:highlight>
              <a:latin typeface="Arial" panose="020B0604020202020204" pitchFamily="34" charset="0"/>
            </a:endParaRPr>
          </a:p>
          <a:p>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t>
            </a:r>
            <a:r>
              <a:rPr lang="en-US" b="0" i="1" u="none" strike="noStrike" dirty="0">
                <a:solidFill>
                  <a:srgbClr val="222222"/>
                </a:solidFill>
                <a:effectLst/>
                <a:latin typeface="Arial" panose="020B0604020202020204" pitchFamily="34" charset="0"/>
                <a:hlinkClick r:id="rId5"/>
              </a:rPr>
              <a:t>arXiv:2401.03378</a:t>
            </a:r>
            <a:r>
              <a:rPr lang="en-US" b="0" i="0" u="none" strike="noStrike" dirty="0">
                <a:solidFill>
                  <a:srgbClr val="222222"/>
                </a:solidFill>
                <a:effectLst/>
                <a:highlight>
                  <a:srgbClr val="FFFFFF"/>
                </a:highlight>
                <a:latin typeface="Arial" panose="020B0604020202020204" pitchFamily="34" charset="0"/>
                <a:hlinkClick r:id="rId5"/>
              </a:rPr>
              <a:t> </a:t>
            </a:r>
            <a:r>
              <a:rPr lang="en-US" b="0" i="0" u="none" strike="noStrike" dirty="0">
                <a:solidFill>
                  <a:srgbClr val="222222"/>
                </a:solidFill>
                <a:effectLst/>
                <a:highlight>
                  <a:srgbClr val="FFFFFF"/>
                </a:highlight>
                <a:latin typeface="Arial" panose="020B0604020202020204" pitchFamily="34" charset="0"/>
              </a:rPr>
              <a:t>(2024).</a:t>
            </a:r>
          </a:p>
          <a:p>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 DOI:</a:t>
            </a:r>
            <a:r>
              <a:rPr lang="en-US" dirty="0">
                <a:highlight>
                  <a:srgbClr val="FFFFFF"/>
                </a:highlight>
                <a:hlinkClick r:id="rId6"/>
              </a:rPr>
              <a:t>10.1007/978-3-031-06156-1_13</a:t>
            </a:r>
            <a:endParaRPr lang="en-US" b="0" i="0" u="none" strike="noStrike" dirty="0">
              <a:solidFill>
                <a:srgbClr val="222222"/>
              </a:solidFill>
              <a:effectLst/>
              <a:highlight>
                <a:srgbClr val="FFFFFF"/>
              </a:highlight>
              <a:latin typeface="Arial" panose="020B0604020202020204" pitchFamily="34" charset="0"/>
            </a:endParaRPr>
          </a:p>
          <a:p>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 </a:t>
            </a:r>
            <a:r>
              <a:rPr lang="en-US" dirty="0">
                <a:solidFill>
                  <a:srgbClr val="222222"/>
                </a:solidFill>
                <a:highlight>
                  <a:srgbClr val="FFFFFF"/>
                </a:highlight>
                <a:latin typeface="Arial" panose="020B0604020202020204" pitchFamily="34" charset="0"/>
              </a:rPr>
              <a:t>DOI:</a:t>
            </a:r>
            <a:r>
              <a:rPr lang="en-US" dirty="0">
                <a:solidFill>
                  <a:srgbClr val="222222"/>
                </a:solidFill>
                <a:latin typeface="Arial" panose="020B0604020202020204" pitchFamily="34" charset="0"/>
                <a:hlinkClick r:id="rId7"/>
              </a:rPr>
              <a:t>10.1016/j.future.2023.07.014</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fld id="{9CF5EF28-261C-FD41-A360-1A380056DD17}" type="slidenum">
              <a:rPr lang="en-US" smtClean="0"/>
              <a:pPr/>
              <a:t>36</a:t>
            </a:fld>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4834</TotalTime>
  <Words>3029</Words>
  <Application>Microsoft Office PowerPoint</Application>
  <PresentationFormat>Custom</PresentationFormat>
  <Paragraphs>560</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429</cp:revision>
  <cp:lastPrinted>2017-11-02T18:35:01Z</cp:lastPrinted>
  <dcterms:created xsi:type="dcterms:W3CDTF">2018-11-06T17:28:56Z</dcterms:created>
  <dcterms:modified xsi:type="dcterms:W3CDTF">2025-08-06T21:52:20Z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